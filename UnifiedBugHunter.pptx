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UnifiedBugHunter v4.3.2 — a Claude Code plugin that turns an LLM session into a disciplined, scope-safe bug-bounty operator. 89 skills, 35 commands, 28 agents, 6 MCP servers, 372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sits on top of the real tools (subfinder, httpx, nuclei, dalfox, sqlmap, Foundry, TREVORspray, Burp/Caido) and adds methodology, judgment and safety.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things ad-hoc tooling can't give you: real-report methodology, FP discipline, deterministic scope safety, cross-target learning, an autonomous loop, and a real test/CI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Scale at a glance. The 89 splits 48 hunt-* per-class skills + 41 platform/methodology. 28 agents = 9 bug-bounty pipeline + 19 offensive specialists.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system is an 8-layer stack. Commands route to skills/agents, which call engine tools, which MUST pass the safety layer and record to the state layer; the quality layer gates everything pre-merge.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Skills are the knowledge layer — pure methodology that auto-loads by topic. The legacy find-* family was deleted; 48 hunt-* + 41 platform/methodology = 89.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Commands are thin routers (interface layer); agents are stateful actors with their own safety rails. The pipeline is a funnel; autopilot drives it; the credential-hunter hard-stops before live spray.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engine layer is deterministic execution; integration layer bridges proxies (mid-pipeline validation/OOB) and read-only platform intel (feeds the front of the pipeline).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5-phase non-linear methodology, mapped to commands. Reports are never auto-submitted — a human approves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Autopilot runs the same scripts as the manual chain in one agent loop, with an inner confidence loop that hunts deeper until each class is proven-with-PoC or ruled out. Four checkpoint modes. It never auto-submits.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Safety is split: scope_checker decides whether a host may be touched at all; AutopilotGuard decides whether this request is allowed now; the audit log records verifiable evidence; rotation and schemas keep memory bounded and well-formed.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 is two gated jobs: a stdlib-only linter over skills/commands/agents, and a 372-function pytest suite plus a shell test. An eval harness measures real hunting accuracy out-of-band.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 with one command, then drive it manually (/recon → /hunt → /validate → /report) or hand it to /autopilot. Reports always require human approval before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UnifiedBugHunter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914400" y="2423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scope-safe, memory-backed bug-bounty &amp; red-team operator for Claude Code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383280" y="306324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10171F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0" y="3063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v4.3.2  ·  MIT  ·  bpnrockstar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3840480"/>
            <a:ext cx="1572768" cy="868680"/>
          </a:xfrm>
          <a:prstGeom prst="roundRect">
            <a:avLst>
              <a:gd name="adj" fmla="val 8421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395020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440740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67712" y="3840480"/>
            <a:ext cx="1572768" cy="868680"/>
          </a:xfrm>
          <a:prstGeom prst="roundRect">
            <a:avLst>
              <a:gd name="adj" fmla="val 8421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67712" y="395020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267712" y="440740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95344" y="3840480"/>
            <a:ext cx="1572768" cy="868680"/>
          </a:xfrm>
          <a:prstGeom prst="roundRect">
            <a:avLst>
              <a:gd name="adj" fmla="val 8421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95344" y="395020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895344" y="440740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22976" y="3840480"/>
            <a:ext cx="1572768" cy="868680"/>
          </a:xfrm>
          <a:prstGeom prst="roundRect">
            <a:avLst>
              <a:gd name="adj" fmla="val 8421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22976" y="395020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522976" y="440740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SERVERS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150608" y="3840480"/>
            <a:ext cx="1572768" cy="868680"/>
          </a:xfrm>
          <a:prstGeom prst="roundRect">
            <a:avLst>
              <a:gd name="adj" fmla="val 8421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50608" y="395020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372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150608" y="440740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UnifiedBugHunter is a Claude Code </a:t>
            </a:r>
            <a:pPr algn="l"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</a:t>
            </a:r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turns an LLM session into a disciplined, scope-safe, memory-backed bug-bounty and red-team operator.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502920" y="26974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replace</a:t>
            </a:r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offensive tooling — it </a:t>
            </a:r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</a:t>
            </a:r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and wraps it in judgment, methodology, and deterministic safety.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0" y="1371600"/>
            <a:ext cx="3154680" cy="3200400"/>
          </a:xfrm>
          <a:prstGeom prst="roundRect">
            <a:avLst>
              <a:gd name="adj" fmla="val 2319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0" y="15544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ORCHESTRATES YOUR ARSENAL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0" y="193852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0171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0" y="193852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subfinder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132320" y="193852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0171F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0" y="193852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httpx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0" y="241401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0171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241401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nuclei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32320" y="241401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0171F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0" y="241401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dalfox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0" y="2889504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0171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288950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sqlmap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132320" y="2889504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0171F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0" y="288950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ffuf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0" y="336499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0171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336499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TREVORspray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32320" y="336499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0171F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0" y="336499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Foundry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0" y="384048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0171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0" y="38404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Burp / Caido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DIFFERENTIATORS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different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679192" cy="1371600"/>
          </a:xfrm>
          <a:prstGeom prst="roundRect">
            <a:avLst>
              <a:gd name="adj" fmla="val 5333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18488"/>
            <a:ext cx="146304" cy="14630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3544" y="1545336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Report-derived methodology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1984248"/>
            <a:ext cx="2313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hunt-* skill carries report_count + sources and real CVEs — not generic checklists.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64992" y="1417320"/>
            <a:ext cx="2679192" cy="1371600"/>
          </a:xfrm>
          <a:prstGeom prst="roundRect">
            <a:avLst>
              <a:gd name="adj" fmla="val 5333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47872" y="1618488"/>
            <a:ext cx="146304" cy="146304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85616" y="1545336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discipline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547872" y="1984248"/>
            <a:ext cx="2313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7-Question Gate + 4-gate validator + never-submit list protect your validity ratio.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27064" y="1417320"/>
            <a:ext cx="2679192" cy="1371600"/>
          </a:xfrm>
          <a:prstGeom prst="roundRect">
            <a:avLst>
              <a:gd name="adj" fmla="val 5333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9944" y="1618488"/>
            <a:ext cx="146304" cy="14630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47688" y="1545336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scope safety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9944" y="1984248"/>
            <a:ext cx="2313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Code-not-LLM, fail-closed, anchored-suffix matching on every outbound request.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990088"/>
            <a:ext cx="2679192" cy="1371600"/>
          </a:xfrm>
          <a:prstGeom prst="roundRect">
            <a:avLst>
              <a:gd name="adj" fmla="val 5333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3191256"/>
            <a:ext cx="146304" cy="146304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" y="3118104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Cross-target learning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85800" y="3557016"/>
            <a:ext cx="2313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technique that paid on one stack auto-surfaces on the next matching target.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64992" y="2990088"/>
            <a:ext cx="2679192" cy="1371600"/>
          </a:xfrm>
          <a:prstGeom prst="roundRect">
            <a:avLst>
              <a:gd name="adj" fmla="val 5333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547872" y="3191256"/>
            <a:ext cx="146304" cy="14630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85616" y="3118104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autopilot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547872" y="3557016"/>
            <a:ext cx="2313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scope→recon→hunt→validate→report loop with a hard human-approval boundary.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27064" y="2990088"/>
            <a:ext cx="2679192" cy="1371600"/>
          </a:xfrm>
          <a:prstGeom prst="roundRect">
            <a:avLst>
              <a:gd name="adj" fmla="val 5333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9944" y="3191256"/>
            <a:ext cx="146304" cy="146304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47688" y="3118104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372-test CI + hardened linter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409944" y="3557016"/>
            <a:ext cx="2313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Frontmatter, fence, secret &amp; identifier gates run on every change.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A GLANCE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60934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02920" y="2212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24963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hunt-* + 41 platform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79192" y="146304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79192" y="160934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679192" y="2212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679192" y="24963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model-driven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55464" y="146304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55464" y="160934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855464" y="2212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55464" y="24963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pipeline + 19 offensive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031736" y="146304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31736" y="160934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7031736" y="2212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 TOOLS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031736" y="24963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bash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310896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25526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502920" y="3858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SERVERS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4142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proxy + 4 intel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679192" y="310896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679192" y="325526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2679192" y="3858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 LAYERS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679192" y="4142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→ quality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55464" y="310896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55464" y="325526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372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4855464" y="3858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55464" y="4142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pytest files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031736" y="310896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031736" y="325526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v4.3.2</a:t>
            </a:r>
            <a:endParaRPr lang="en-US" sz="3400" dirty="0"/>
          </a:p>
        </p:txBody>
      </p:sp>
      <p:sp>
        <p:nvSpPr>
          <p:cNvPr id="34" name="Text 32"/>
          <p:cNvSpPr/>
          <p:nvPr/>
        </p:nvSpPr>
        <p:spPr>
          <a:xfrm>
            <a:off x="7031736" y="3858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031736" y="4142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licensed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Eight-layer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8138160" cy="384048"/>
          </a:xfrm>
          <a:prstGeom prst="roundRect">
            <a:avLst>
              <a:gd name="adj" fmla="val 19048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3504" y="1335024"/>
            <a:ext cx="310896" cy="310896"/>
          </a:xfrm>
          <a:prstGeom prst="ellipse">
            <a:avLst/>
          </a:prstGeom>
          <a:solidFill>
            <a:srgbClr val="10171F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335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2984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606040" y="12984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skills/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26280" y="129844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think — pure methodology, no side effects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709928"/>
            <a:ext cx="8138160" cy="384048"/>
          </a:xfrm>
          <a:prstGeom prst="roundRect">
            <a:avLst>
              <a:gd name="adj" fmla="val 19048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03504" y="1746504"/>
            <a:ext cx="310896" cy="310896"/>
          </a:xfrm>
          <a:prstGeom prst="ellipse">
            <a:avLst/>
          </a:prstGeom>
          <a:solidFill>
            <a:srgbClr val="10171F"/>
          </a:solidFill>
          <a:ln w="19050">
            <a:solidFill>
              <a:srgbClr val="39D3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" y="1746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17099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606040" y="17099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commands/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26280" y="170992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slash entry points; thin routers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121408"/>
            <a:ext cx="8138160" cy="384048"/>
          </a:xfrm>
          <a:prstGeom prst="roundRect">
            <a:avLst>
              <a:gd name="adj" fmla="val 19048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" y="2157984"/>
            <a:ext cx="310896" cy="310896"/>
          </a:xfrm>
          <a:prstGeom prst="ellipse">
            <a:avLst/>
          </a:prstGeom>
          <a:solidFill>
            <a:srgbClr val="10171F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" y="2157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21214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606040" y="21214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agents/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26280" y="212140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stateful subagents with embedded rails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2532888"/>
            <a:ext cx="8138160" cy="384048"/>
          </a:xfrm>
          <a:prstGeom prst="roundRect">
            <a:avLst>
              <a:gd name="adj" fmla="val 19048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3504" y="2569464"/>
            <a:ext cx="310896" cy="310896"/>
          </a:xfrm>
          <a:prstGeom prst="ellipse">
            <a:avLst/>
          </a:prstGeom>
          <a:solidFill>
            <a:srgbClr val="10171F"/>
          </a:solidFill>
          <a:ln w="19050">
            <a:solidFill>
              <a:srgbClr val="39D35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" y="2569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253288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2606040" y="25328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 scripts/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26280" y="25328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side-effecting execution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2944368"/>
            <a:ext cx="8138160" cy="384048"/>
          </a:xfrm>
          <a:prstGeom prst="roundRect">
            <a:avLst>
              <a:gd name="adj" fmla="val 19048"/>
            </a:avLst>
          </a:prstGeom>
          <a:solidFill>
            <a:srgbClr val="10171F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3504" y="2980944"/>
            <a:ext cx="310896" cy="310896"/>
          </a:xfrm>
          <a:prstGeom prst="ellipse">
            <a:avLst/>
          </a:prstGeom>
          <a:solidFill>
            <a:srgbClr val="10171F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" y="2980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51560" y="294436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2606040" y="29443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mcp/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26280" y="294436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Burp/Caido proxies + 4 platform-intel APIs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3355848"/>
            <a:ext cx="8138160" cy="384048"/>
          </a:xfrm>
          <a:prstGeom prst="roundRect">
            <a:avLst>
              <a:gd name="adj" fmla="val 19048"/>
            </a:avLst>
          </a:prstGeom>
          <a:solidFill>
            <a:srgbClr val="10171F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3504" y="3392424"/>
            <a:ext cx="310896" cy="310896"/>
          </a:xfrm>
          <a:prstGeom prst="ellipse">
            <a:avLst/>
          </a:prstGeom>
          <a:solidFill>
            <a:srgbClr val="10171F"/>
          </a:solidFill>
          <a:ln w="19050">
            <a:solidFill>
              <a:srgbClr val="39D35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3504" y="3392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51560" y="33558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2606040" y="33558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memory/ + SQLite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526280" y="335584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 hunt-memory + findings DB + dashboard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02920" y="3767328"/>
            <a:ext cx="8138160" cy="384048"/>
          </a:xfrm>
          <a:prstGeom prst="roundRect">
            <a:avLst>
              <a:gd name="adj" fmla="val 19048"/>
            </a:avLst>
          </a:prstGeom>
          <a:solidFill>
            <a:srgbClr val="10171F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03504" y="3803904"/>
            <a:ext cx="310896" cy="310896"/>
          </a:xfrm>
          <a:prstGeom prst="ellipse">
            <a:avLst/>
          </a:prstGeom>
          <a:solidFill>
            <a:srgbClr val="10171F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3504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051560" y="37673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2606040" y="37673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scope_checker + rules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526280" y="376732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scope gate + audit + rules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02920" y="4178808"/>
            <a:ext cx="8138160" cy="384048"/>
          </a:xfrm>
          <a:prstGeom prst="roundRect">
            <a:avLst>
              <a:gd name="adj" fmla="val 19048"/>
            </a:avLst>
          </a:prstGeom>
          <a:solidFill>
            <a:srgbClr val="10171F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03504" y="4215384"/>
            <a:ext cx="310896" cy="310896"/>
          </a:xfrm>
          <a:prstGeom prst="ellipse">
            <a:avLst/>
          </a:prstGeom>
          <a:solidFill>
            <a:srgbClr val="10171F"/>
          </a:solidFill>
          <a:ln w="19050">
            <a:solidFill>
              <a:srgbClr val="39D35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3504" y="4215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051560" y="41788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2606040" y="41788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lint + CI + tests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526280" y="417880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Pre-merge lint + 372-test suite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02920" y="46817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request flows top → bottom; each layer has one responsibility.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KNOWLEDGE LAYER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 skills — methodology, distilled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27048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63040" y="1527048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hunt-* per vuln class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185623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 · idor · ssrf · xss · ssti · rce · oauth · graphql · llm-ai …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45152" y="1417320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82312" y="1527048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605272" y="1527048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Offensive specialty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05272" y="185623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malware · forensics · RE · AD · mobile · social-eng · code-review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2478024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587752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463040" y="258775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 / OSINT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2916936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web2-recon · offensive-osint · supply-chain · vuln-catcher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45152" y="2478024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82312" y="2587752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605272" y="258775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identity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05272" y="2916936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cloud-iam-deep · m365-entra · okta · vmware-vcenter · k8s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3538728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3648456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463040" y="3648456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triage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63040" y="39776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triage-validation · report-writing · evidence-hygiene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45152" y="3538728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82312" y="3648456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605272" y="3648456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 · LLM · orchestration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05272" y="39776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web3-audit · meme-coin · llm-redteam · bb-methodology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" y="468172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makes a hunt-* skill good: report_count + sources, real CVEs, a leading kill gate, and Crown-Jewel targets.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&amp; ACTOR LAYERS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commands · 28 agents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544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SLASH COMMANDS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901952"/>
            <a:ext cx="3611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  /recon /cloud-recon /osint-employees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 /scope /scope-aggregate /surface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  /hunt /autopilot /dast-scan /scan-cves /graphql-audit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report  /triage /validate /report /patch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 /wordlist-gen /breach-check /spray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 &amp; LLM  /web3-audit /token-scan /llm-redteam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&amp; data  /vuln-catcher /dashboard /search-findings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 /intel /pickup /remember /memory-gc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10171F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5544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 AGENTS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883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Bug-bounty pipeline (9)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2176272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recon-agent → recon-ranker → hunt → chain-builder → validator + poc-validator → report-writer  ·  autopilot drives, swarm-orchestrator fans out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4632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Offensive security (19)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3355848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binary-exploit · ad-attacker · container-escape · api-security · privesc-advisor · payload-crafter · malware-analyst · reverse-engineer · llm-redteamer …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0" y="429768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 human-in-the-loop boundary: credential-hunter STOPS before /spray.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 &amp; INTEGRATION LAYERS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integrations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544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~24 ENGINE TOOLS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901952"/>
            <a:ext cx="3611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hunt.py — orchestrator (shared AuthSession)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recon_engine.sh · vuln_scanner.sh · cve_scan.sh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scope_checker.py · scope_aggregator.sh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secrets_hunter · takeover · cloud_recon · param_discovery · bypass_403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token_scanner.py · graphql_audit.sh · llm_redteam.py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pipeline: wordlist · osint · breach · spray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10171F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5544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MCP SERVERS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901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bridges (your traffic)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219456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Burp — history, replay, Collaborator OOB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Caido — batch sends, auto header redaction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4632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intel (read-only APIs)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3355848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HackerOne · Bugcrowd — reports, program stats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Intigriti · Immunefi — scope, in-scope contracts, TVL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0" y="427939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degrade gracefully to curl + Interactsh if no MCP is connected.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A HUNT FLOWS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38160" cy="374904"/>
          </a:xfrm>
          <a:prstGeom prst="roundRect">
            <a:avLst>
              <a:gd name="adj" fmla="val 19512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3504" y="1444752"/>
            <a:ext cx="310896" cy="310896"/>
          </a:xfrm>
          <a:prstGeom prst="ellipse">
            <a:avLst/>
          </a:prstGeom>
          <a:solidFill>
            <a:srgbClr val="10171F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44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417320"/>
            <a:ext cx="2377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0" y="1417320"/>
            <a:ext cx="5029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in-scope · pick identity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819656"/>
            <a:ext cx="8138160" cy="374904"/>
          </a:xfrm>
          <a:prstGeom prst="roundRect">
            <a:avLst>
              <a:gd name="adj" fmla="val 19512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3504" y="1847088"/>
            <a:ext cx="310896" cy="310896"/>
          </a:xfrm>
          <a:prstGeom prst="ellipse">
            <a:avLst/>
          </a:prstGeom>
          <a:solidFill>
            <a:srgbClr val="10171F"/>
          </a:solidFill>
          <a:ln w="19050">
            <a:solidFill>
              <a:srgbClr val="39D3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" y="1847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1819656"/>
            <a:ext cx="2377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1819656"/>
            <a:ext cx="5029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subdomains → httpx → URLs → nuclei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221992"/>
            <a:ext cx="8138160" cy="374904"/>
          </a:xfrm>
          <a:prstGeom prst="roundRect">
            <a:avLst>
              <a:gd name="adj" fmla="val 19512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" y="2249424"/>
            <a:ext cx="310896" cy="310896"/>
          </a:xfrm>
          <a:prstGeom prst="ellipse">
            <a:avLst/>
          </a:prstGeom>
          <a:solidFill>
            <a:srgbClr val="10171F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" y="2249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2221992"/>
            <a:ext cx="2377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&amp; RANK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2221992"/>
            <a:ext cx="5029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&amp; prioritize surface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2624328"/>
            <a:ext cx="8138160" cy="374904"/>
          </a:xfrm>
          <a:prstGeom prst="roundRect">
            <a:avLst>
              <a:gd name="adj" fmla="val 19512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" y="2651760"/>
            <a:ext cx="310896" cy="310896"/>
          </a:xfrm>
          <a:prstGeom prst="ellipse">
            <a:avLst/>
          </a:prstGeom>
          <a:solidFill>
            <a:srgbClr val="10171F"/>
          </a:solidFill>
          <a:ln w="19050">
            <a:solidFill>
              <a:srgbClr val="39D3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2624328"/>
            <a:ext cx="2377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74720" y="2624328"/>
            <a:ext cx="5029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scripted scan, then manual depth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3026664"/>
            <a:ext cx="8138160" cy="374904"/>
          </a:xfrm>
          <a:prstGeom prst="roundRect">
            <a:avLst>
              <a:gd name="adj" fmla="val 19512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" y="3054096"/>
            <a:ext cx="310896" cy="310896"/>
          </a:xfrm>
          <a:prstGeom prst="ellipse">
            <a:avLst/>
          </a:prstGeom>
          <a:solidFill>
            <a:srgbClr val="10171F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" y="3054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51560" y="3026664"/>
            <a:ext cx="2377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&amp; ESCALATE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74720" y="3026664"/>
            <a:ext cx="5029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Low into Critical, chain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3429000"/>
            <a:ext cx="8138160" cy="374904"/>
          </a:xfrm>
          <a:prstGeom prst="roundRect">
            <a:avLst>
              <a:gd name="adj" fmla="val 19512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" y="3456432"/>
            <a:ext cx="310896" cy="310896"/>
          </a:xfrm>
          <a:prstGeom prst="ellipse">
            <a:avLst/>
          </a:prstGeom>
          <a:solidFill>
            <a:srgbClr val="10171F"/>
          </a:solidFill>
          <a:ln w="19050">
            <a:solidFill>
              <a:srgbClr val="39D35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" y="3456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51560" y="3429000"/>
            <a:ext cx="2377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474720" y="3429000"/>
            <a:ext cx="5029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7-Question Gate + 4 gates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3831336"/>
            <a:ext cx="8138160" cy="374904"/>
          </a:xfrm>
          <a:prstGeom prst="roundRect">
            <a:avLst>
              <a:gd name="adj" fmla="val 19512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3504" y="3858768"/>
            <a:ext cx="310896" cy="310896"/>
          </a:xfrm>
          <a:prstGeom prst="ellipse">
            <a:avLst/>
          </a:prstGeom>
          <a:solidFill>
            <a:srgbClr val="10171F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3504" y="3858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51560" y="3831336"/>
            <a:ext cx="2377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474720" y="3831336"/>
            <a:ext cx="5029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formula, impact-first, &lt;600 words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02920" y="4233672"/>
            <a:ext cx="8138160" cy="374904"/>
          </a:xfrm>
          <a:prstGeom prst="roundRect">
            <a:avLst>
              <a:gd name="adj" fmla="val 19512"/>
            </a:avLst>
          </a:prstGeom>
          <a:solidFill>
            <a:srgbClr val="10171F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03504" y="4261104"/>
            <a:ext cx="310896" cy="310896"/>
          </a:xfrm>
          <a:prstGeom prst="ellipse">
            <a:avLst/>
          </a:prstGeom>
          <a:solidFill>
            <a:srgbClr val="10171F"/>
          </a:solidFill>
          <a:ln w="19050">
            <a:solidFill>
              <a:srgbClr val="F2B70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3504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051560" y="4233672"/>
            <a:ext cx="2377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474720" y="4233672"/>
            <a:ext cx="5029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human-approved — never automatic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2920" y="47365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KILL weak findings fast · 5-minute rule · 20-minute rotation · validate before writing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AUTONOMOUS MODE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autopilot closed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4663440" cy="3200400"/>
          </a:xfrm>
          <a:prstGeom prst="roundRect">
            <a:avLst>
              <a:gd name="adj" fmla="val 2286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7276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 → recon → rank → hunt → validate → report → checkpoint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1031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verification loop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395728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action, rate confidence 0–100%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100% → ask “what am I missing?”, hunt deeper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→ capture PoC, advance to next class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every class is proven or ruled out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388620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Guarantees: scope-check every URL · log every request · circuit breaker (5/60s) · rate-limit · never auto-submit.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49240" y="1417320"/>
            <a:ext cx="3291840" cy="3200400"/>
          </a:xfrm>
          <a:prstGeom prst="roundRect">
            <a:avLst>
              <a:gd name="adj" fmla="val 2286"/>
            </a:avLst>
          </a:prstGeom>
          <a:solidFill>
            <a:srgbClr val="10171F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532120" y="1572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FOUR MODES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532120" y="1938528"/>
            <a:ext cx="2926080" cy="512064"/>
          </a:xfrm>
          <a:prstGeom prst="roundRect">
            <a:avLst>
              <a:gd name="adj" fmla="val 10714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1975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--paranoid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69280" y="221284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— stop on every finding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532120" y="2542032"/>
            <a:ext cx="2926080" cy="512064"/>
          </a:xfrm>
          <a:prstGeom prst="roundRect">
            <a:avLst>
              <a:gd name="adj" fmla="val 10714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2578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--normal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669280" y="28163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after a validation batch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32120" y="3145536"/>
            <a:ext cx="2926080" cy="512064"/>
          </a:xfrm>
          <a:prstGeom prst="roundRect">
            <a:avLst>
              <a:gd name="adj" fmla="val 10714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31821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--yolo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69280" y="34198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until surface exhausted*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532120" y="3749040"/>
            <a:ext cx="2926080" cy="512064"/>
          </a:xfrm>
          <a:prstGeom prst="roundRect">
            <a:avLst>
              <a:gd name="adj" fmla="val 10714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37856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--quick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669280" y="40233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 fewer tokens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349240" y="44348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*still requires approval to submit &amp; for PUT/DELETE/PATCH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memory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77640" cy="932688"/>
          </a:xfrm>
          <a:prstGeom prst="roundRect">
            <a:avLst>
              <a:gd name="adj" fmla="val 7843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7512" y="1600200"/>
            <a:ext cx="146304" cy="14630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152704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scope checker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185623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Fail-closed, anchored-suffix, IP/CIDR refused — code, not the LLM, decides.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45152" y="1417320"/>
            <a:ext cx="3977640" cy="932688"/>
          </a:xfrm>
          <a:prstGeom prst="roundRect">
            <a:avLst>
              <a:gd name="adj" fmla="val 7843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9744" y="1600200"/>
            <a:ext cx="146304" cy="146304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47488" y="152704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audit log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28032" y="185623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outbound request logged with a non-secret 12-char session hash only.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496312"/>
            <a:ext cx="3977640" cy="932688"/>
          </a:xfrm>
          <a:prstGeom prst="roundRect">
            <a:avLst>
              <a:gd name="adj" fmla="val 7843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67512" y="2679192"/>
            <a:ext cx="146304" cy="14630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" y="260604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 + rate limit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5800" y="293522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5-fail / 60s breaker, 10 rps recon / 1 rps test, safe-method gate.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45152" y="2496312"/>
            <a:ext cx="3977640" cy="932688"/>
          </a:xfrm>
          <a:prstGeom prst="roundRect">
            <a:avLst>
              <a:gd name="adj" fmla="val 7843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9744" y="2679192"/>
            <a:ext cx="146304" cy="146304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47488" y="260604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Cross-target pattern learning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28032" y="293522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Dedup'd JSONL keyed by class + tech stack; payouts surface first.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575304"/>
            <a:ext cx="3977640" cy="932688"/>
          </a:xfrm>
          <a:prstGeom prst="roundRect">
            <a:avLst>
              <a:gd name="adj" fmla="val 7843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7512" y="3758184"/>
            <a:ext cx="146304" cy="14630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" y="368503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JSONL memory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85800" y="401421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MB cap, 3 backups, strict schema v1 — auto-rotated on append.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45152" y="3575304"/>
            <a:ext cx="3977640" cy="932688"/>
          </a:xfrm>
          <a:prstGeom prst="roundRect">
            <a:avLst>
              <a:gd name="adj" fmla="val 7843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9744" y="3758184"/>
            <a:ext cx="146304" cy="146304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7488" y="368503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opt-in gate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828032" y="401421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wordlist / osint / spray require --with-credential-attack; hard stop before spray.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ENGINEERING QUALITY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 &amp; CI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77640" cy="2743200"/>
          </a:xfrm>
          <a:prstGeom prst="roundRect">
            <a:avLst>
              <a:gd name="adj" fmla="val 2667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72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 1 — LINT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86537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Stdlib-only, over skills + commands + agents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212848"/>
            <a:ext cx="3611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Frontmatter integrity (name↔dir, ≤1024 desc)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Leaked / duplicate key detection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Code-fence balance + terminal newline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denylist + real-secret scan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417320"/>
            <a:ext cx="3977640" cy="2743200"/>
          </a:xfrm>
          <a:prstGeom prst="roundRect">
            <a:avLst>
              <a:gd name="adj" fmla="val 2667"/>
            </a:avLst>
          </a:prstGeom>
          <a:solidFill>
            <a:srgbClr val="10171F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572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 2 — TESTS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19202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372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4846320" y="2670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functions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0" y="1993392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pytest files + 1 shell test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auth-session, schemas, rotation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audit-log, autopilot-guard, false-positives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eval/ harness — real accuracy on PortSwigger labs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43434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Both jobs path-gated via dorny/paths-filter — only what changed gets re-checked.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463040" y="1874520"/>
            <a:ext cx="6217920" cy="822960"/>
          </a:xfrm>
          <a:prstGeom prst="roundRect">
            <a:avLst>
              <a:gd name="adj" fmla="val 8889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645920" y="197510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645920" y="221284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+x install.sh &amp;&amp; ./install.sh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463040" y="2834640"/>
            <a:ext cx="6217920" cy="1143000"/>
          </a:xfrm>
          <a:prstGeom prst="roundRect">
            <a:avLst>
              <a:gd name="adj" fmla="val 6400"/>
            </a:avLst>
          </a:prstGeom>
          <a:solidFill>
            <a:srgbClr val="10171F"/>
          </a:solidFill>
          <a:ln w="12700">
            <a:solidFill>
              <a:srgbClr val="2230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45920" y="292608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QUICKSTART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645920" y="316382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/recon target.com  →  /hunt target.com  →  /validate  →  /report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45920" y="35661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 autonomous:   /autopilot target.com --normal   (--paranoid · --yolo · --quick)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github.com/bpnrockstar/UnifiedBugHunter   ·   Reports never auto-submit.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UnifiedBugHunter</dc:title>
  <dc:subject>PptxGenJS Presentation</dc:subject>
  <dc:creator>bpnrockstar</dc:creator>
  <cp:lastModifiedBy>bpnrockstar</cp:lastModifiedBy>
  <cp:revision>1</cp:revision>
  <dcterms:created xsi:type="dcterms:W3CDTF">2026-06-30T13:25:37Z</dcterms:created>
  <dcterms:modified xsi:type="dcterms:W3CDTF">2026-06-30T13:25:37Z</dcterms:modified>
</cp:coreProperties>
</file>